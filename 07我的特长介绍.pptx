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6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微软雅黑"/>
                <a:ea typeface="微软雅黑"/>
              </a:rPr>
              <a:t>我的特长介绍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BBCCDD"/>
                </a:solidFill>
                <a:latin typeface="微软雅黑"/>
                <a:ea typeface="微软雅黑"/>
              </a:rPr>
              <a:t>—— 展示我的核心优势与专业专长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520440"/>
            <a:ext cx="1371600" cy="73152"/>
          </a:xfrm>
          <a:prstGeom prst="rect">
            <a:avLst/>
          </a:prstGeom>
          <a:solidFill>
            <a:srgbClr val="E86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9AABB"/>
                </a:solidFill>
                <a:latin typeface="微软雅黑"/>
                <a:ea typeface="微软雅黑"/>
              </a:rPr>
              <a:t>汇报人：XXX          日期：2026 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我的核心特长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10789920" y="502920"/>
            <a:ext cx="914400" cy="365760"/>
          </a:xfrm>
          <a:prstGeom prst="rect">
            <a:avLst/>
          </a:prstGeom>
          <a:solidFill>
            <a:srgbClr val="E86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6060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606040" cy="164592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微软雅黑"/>
                <a:ea typeface="微软雅黑"/>
              </a:rPr>
              <a:t>编程开发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788920"/>
            <a:ext cx="548640" cy="45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2148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熟练掌握多种编程语言与开发框架，</a:t>
            </a:r>
          </a:p>
          <a:p>
            <a:pPr>
              <a:lnSpc>
                <a:spcPct val="160000"/>
              </a:lnSpc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具备良好的工程化思维与代码规范。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737360"/>
            <a:ext cx="26060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737360"/>
            <a:ext cx="2606040" cy="164592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14884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微软雅黑"/>
                <a:ea typeface="微软雅黑"/>
              </a:rPr>
              <a:t>沟通协作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2788920"/>
            <a:ext cx="548640" cy="45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3017520"/>
            <a:ext cx="2148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善于跨部门沟通与团队协作，</a:t>
            </a:r>
          </a:p>
          <a:p>
            <a:pPr>
              <a:lnSpc>
                <a:spcPct val="160000"/>
              </a:lnSpc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能够高效推动项目落地与问题解决。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37360"/>
            <a:ext cx="26060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737360"/>
            <a:ext cx="2606040" cy="164592"/>
          </a:xfrm>
          <a:prstGeom prst="roundRect">
            <a:avLst/>
          </a:prstGeom>
          <a:solidFill>
            <a:srgbClr val="E86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14884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微软雅黑"/>
                <a:ea typeface="微软雅黑"/>
              </a:rPr>
              <a:t>学习能力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788920"/>
            <a:ext cx="548640" cy="45720"/>
          </a:xfrm>
          <a:prstGeom prst="rect">
            <a:avLst/>
          </a:prstGeom>
          <a:solidFill>
            <a:srgbClr val="E86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017520"/>
            <a:ext cx="2148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保持持续学习习惯，快速掌握新技能，</a:t>
            </a:r>
          </a:p>
          <a:p>
            <a:pPr>
              <a:lnSpc>
                <a:spcPct val="160000"/>
              </a:lnSpc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主动拥抱技术与行业变化。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737360"/>
            <a:ext cx="26060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1737360"/>
            <a:ext cx="2606040" cy="164592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148840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微软雅黑"/>
                <a:ea typeface="微软雅黑"/>
              </a:rPr>
              <a:t>设计审美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788920"/>
            <a:ext cx="548640" cy="4572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017520"/>
            <a:ext cx="2148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具备良好的视觉审美与用户体验意识，</a:t>
            </a:r>
          </a:p>
          <a:p>
            <a:pPr>
              <a:lnSpc>
                <a:spcPct val="160000"/>
              </a:lnSpc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</a:rPr>
              <a:t>注重细节与整体表达。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微软雅黑"/>
                <a:ea typeface="微软雅黑"/>
              </a:rPr>
              <a:t>—— 综合能力与个人优势概览 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97280" cy="73152"/>
          </a:xfrm>
          <a:prstGeom prst="rect">
            <a:avLst/>
          </a:prstGeom>
          <a:solidFill>
            <a:srgbClr val="E86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1000"/>
              </a:spcAft>
            </a:pPr>
            <a:r>
              <a:rPr sz="2000" b="1">
                <a:solidFill>
                  <a:srgbClr val="E86F3C"/>
                </a:solidFill>
                <a:latin typeface="微软雅黑"/>
              </a:rPr>
              <a:t>●  </a:t>
            </a:r>
            <a:r>
              <a:rPr sz="2000">
                <a:solidFill>
                  <a:srgbClr val="333333"/>
                </a:solidFill>
                <a:latin typeface="微软雅黑"/>
                <a:ea typeface="微软雅黑"/>
              </a:rPr>
              <a:t>具备扎实的专业基础与丰富的实践经验，能够独立承担并高质量完成各项任务；</a:t>
            </a:r>
          </a:p>
          <a:p>
            <a:pPr>
              <a:lnSpc>
                <a:spcPct val="160000"/>
              </a:lnSpc>
              <a:spcAft>
                <a:spcPts val="1000"/>
              </a:spcAft>
            </a:pPr>
            <a:r>
              <a:rPr sz="2000" b="1">
                <a:solidFill>
                  <a:srgbClr val="E86F3C"/>
                </a:solidFill>
                <a:latin typeface="微软雅黑"/>
              </a:rPr>
              <a:t>●  </a:t>
            </a:r>
            <a:r>
              <a:rPr sz="2000">
                <a:solidFill>
                  <a:srgbClr val="333333"/>
                </a:solidFill>
                <a:latin typeface="微软雅黑"/>
                <a:ea typeface="微软雅黑"/>
              </a:rPr>
              <a:t>拥有良好的团队协作精神与沟通能力，注重效率与结果导向；</a:t>
            </a:r>
          </a:p>
          <a:p>
            <a:pPr>
              <a:lnSpc>
                <a:spcPct val="160000"/>
              </a:lnSpc>
              <a:spcAft>
                <a:spcPts val="1000"/>
              </a:spcAft>
            </a:pPr>
            <a:r>
              <a:rPr sz="2000" b="1">
                <a:solidFill>
                  <a:srgbClr val="E86F3C"/>
                </a:solidFill>
                <a:latin typeface="微软雅黑"/>
              </a:rPr>
              <a:t>●  </a:t>
            </a:r>
            <a:r>
              <a:rPr sz="2000">
                <a:solidFill>
                  <a:srgbClr val="333333"/>
                </a:solidFill>
                <a:latin typeface="微软雅黑"/>
                <a:ea typeface="微软雅黑"/>
              </a:rPr>
              <a:t>保持开放的学习心态，乐于接受新挑战，持续提升自我竞争力。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10332720" cy="1645920"/>
          </a:xfrm>
          <a:prstGeom prst="round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57200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1E3A5F"/>
                </a:solidFill>
                <a:latin typeface="微软雅黑"/>
                <a:ea typeface="微软雅黑"/>
              </a:rPr>
              <a:t>“ 未来我将继续深耕专业领域，拓宽知识面，
以更饱满的热情和更专业的能力迎接每一次机遇与挑战。 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微软雅黑"/>
                <a:ea typeface="微软雅黑"/>
              </a:rPr>
              <a:t>感谢聆听   | 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